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4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011680"/>
            <a:ext cx="10753725" cy="3766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1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34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90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7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94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60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90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63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41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10722CD-08B3-4C23-A7AC-16844529829E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C9B493A-5D24-4C51-B7E5-2AB01047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434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A454-2C7F-51C0-78AA-C8A70E4AA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3C08E-E5E9-80B1-97FA-9D771E22C2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88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69EC-C1A7-9F8B-7CFA-B11A59B3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Logistic Regression?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6EB7-055B-70B8-0908-50008AE3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</a:rPr>
              <a:t>  Logistic regression machine learning is a statistical method that is used for building machine learning models where the dependent variable is dichotomous: i.e. binary.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51565E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1565E"/>
                </a:solidFill>
              </a:rPr>
              <a:t>  The name “logistic regression” is derived from the concept of the logistic function that it uses. The logistic function is also known as the sigmoid function.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51565E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1565E"/>
                </a:solidFill>
              </a:rPr>
              <a:t>  The value of this logistic function lies between zero and one.</a:t>
            </a:r>
            <a:endParaRPr lang="en-IN" dirty="0">
              <a:solidFill>
                <a:srgbClr val="5156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89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59BA-9193-8C8E-81CA-1CA04B9A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79CCB-88A7-4551-D1B6-FE993F782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4" y="2002989"/>
            <a:ext cx="8255424" cy="3740342"/>
          </a:xfrm>
        </p:spPr>
      </p:pic>
    </p:spTree>
    <p:extLst>
      <p:ext uri="{BB962C8B-B14F-4D97-AF65-F5344CB8AC3E}">
        <p14:creationId xmlns:p14="http://schemas.microsoft.com/office/powerpoint/2010/main" val="145674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B11C-26BE-5F1F-C45A-C6E465E2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of 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DA6EA-E7CA-4FD6-A000-49B48D563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545" y="2403248"/>
            <a:ext cx="7671585" cy="3767137"/>
          </a:xfrm>
        </p:spPr>
      </p:pic>
    </p:spTree>
    <p:extLst>
      <p:ext uri="{BB962C8B-B14F-4D97-AF65-F5344CB8AC3E}">
        <p14:creationId xmlns:p14="http://schemas.microsoft.com/office/powerpoint/2010/main" val="14553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00EE-CC01-45D5-C100-4C2FB074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Linear Model?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39BA0-DCF2-242A-AE45-68D70B453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3" y="2615340"/>
            <a:ext cx="9175991" cy="2871060"/>
          </a:xfrm>
        </p:spPr>
      </p:pic>
    </p:spTree>
    <p:extLst>
      <p:ext uri="{BB962C8B-B14F-4D97-AF65-F5344CB8AC3E}">
        <p14:creationId xmlns:p14="http://schemas.microsoft.com/office/powerpoint/2010/main" val="179779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23FC-8BFC-27EE-8339-E6DED7AD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of Linear Model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9750F1-4B4A-513B-64E3-788ACD99A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4" y="2277883"/>
            <a:ext cx="8340653" cy="2805746"/>
          </a:xfrm>
        </p:spPr>
      </p:pic>
    </p:spTree>
    <p:extLst>
      <p:ext uri="{BB962C8B-B14F-4D97-AF65-F5344CB8AC3E}">
        <p14:creationId xmlns:p14="http://schemas.microsoft.com/office/powerpoint/2010/main" val="381320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73C6-A9E4-287E-F3EF-B40FAD86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85E3C5-51AA-1706-5816-397A6A7D0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1" y="2157731"/>
            <a:ext cx="10451706" cy="3078298"/>
          </a:xfrm>
        </p:spPr>
      </p:pic>
    </p:spTree>
    <p:extLst>
      <p:ext uri="{BB962C8B-B14F-4D97-AF65-F5344CB8AC3E}">
        <p14:creationId xmlns:p14="http://schemas.microsoft.com/office/powerpoint/2010/main" val="392996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D26D-2E68-B318-BAA2-CE713516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with the linear Approach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9EE50-75B4-2F8F-98F9-8A8275D3E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231" y="2393514"/>
            <a:ext cx="9052218" cy="4061715"/>
          </a:xfrm>
        </p:spPr>
      </p:pic>
    </p:spTree>
    <p:extLst>
      <p:ext uri="{BB962C8B-B14F-4D97-AF65-F5344CB8AC3E}">
        <p14:creationId xmlns:p14="http://schemas.microsoft.com/office/powerpoint/2010/main" val="116361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4A00-914B-4FAD-51D9-40D4646B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A55CF1-2EE8-3B8F-16CE-971EAF636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158" y="1839686"/>
            <a:ext cx="9214041" cy="4482835"/>
          </a:xfrm>
        </p:spPr>
      </p:pic>
    </p:spTree>
    <p:extLst>
      <p:ext uri="{BB962C8B-B14F-4D97-AF65-F5344CB8AC3E}">
        <p14:creationId xmlns:p14="http://schemas.microsoft.com/office/powerpoint/2010/main" val="291423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D8EB-6480-5D3E-B4DE-574FA277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Then what is the solution?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D4E884-2DB5-33E1-40FA-9D105484E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601" y="1902506"/>
            <a:ext cx="5127010" cy="3767137"/>
          </a:xfrm>
        </p:spPr>
      </p:pic>
    </p:spTree>
    <p:extLst>
      <p:ext uri="{BB962C8B-B14F-4D97-AF65-F5344CB8AC3E}">
        <p14:creationId xmlns:p14="http://schemas.microsoft.com/office/powerpoint/2010/main" val="382549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D24C-CC63-0344-3631-268B4196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solution is….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68623E-ED24-BD98-A603-78F64C556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3" y="1933224"/>
            <a:ext cx="9581079" cy="4674405"/>
          </a:xfrm>
        </p:spPr>
      </p:pic>
    </p:spTree>
    <p:extLst>
      <p:ext uri="{BB962C8B-B14F-4D97-AF65-F5344CB8AC3E}">
        <p14:creationId xmlns:p14="http://schemas.microsoft.com/office/powerpoint/2010/main" val="357954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2068-33DA-A21E-A75B-D1C89B5B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Fixing the Prior Approach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66488-6800-2C78-4104-658760B6A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1" y="1876931"/>
            <a:ext cx="9864294" cy="4481536"/>
          </a:xfrm>
        </p:spPr>
      </p:pic>
    </p:spTree>
    <p:extLst>
      <p:ext uri="{BB962C8B-B14F-4D97-AF65-F5344CB8AC3E}">
        <p14:creationId xmlns:p14="http://schemas.microsoft.com/office/powerpoint/2010/main" val="3930963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BE24-9E39-03F8-A278-AFD52F40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Steps – Step1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93EAB-9C52-2999-12AC-AE99DC10B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848" y="2411204"/>
            <a:ext cx="9094106" cy="4283509"/>
          </a:xfrm>
        </p:spPr>
      </p:pic>
    </p:spTree>
    <p:extLst>
      <p:ext uri="{BB962C8B-B14F-4D97-AF65-F5344CB8AC3E}">
        <p14:creationId xmlns:p14="http://schemas.microsoft.com/office/powerpoint/2010/main" val="14271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AD57-23B4-2F8E-4D47-C04F59F1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46DD8-ABF5-9ECD-0393-CE891580B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744" y="1973529"/>
            <a:ext cx="10123560" cy="4384938"/>
          </a:xfrm>
        </p:spPr>
      </p:pic>
    </p:spTree>
    <p:extLst>
      <p:ext uri="{BB962C8B-B14F-4D97-AF65-F5344CB8AC3E}">
        <p14:creationId xmlns:p14="http://schemas.microsoft.com/office/powerpoint/2010/main" val="353634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926C-4203-A55D-21FE-7ED184A8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estimated Logistic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F6ADAE-3F0B-2B85-275A-5E17CCAA3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1" y="1960806"/>
            <a:ext cx="9427028" cy="4515211"/>
          </a:xfrm>
        </p:spPr>
      </p:pic>
    </p:spTree>
    <p:extLst>
      <p:ext uri="{BB962C8B-B14F-4D97-AF65-F5344CB8AC3E}">
        <p14:creationId xmlns:p14="http://schemas.microsoft.com/office/powerpoint/2010/main" val="35177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F727-3223-142B-E5DC-3D1CB202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Model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733D11-7C75-FDC8-F63E-F64303BAF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3" y="1804622"/>
            <a:ext cx="9292319" cy="4349915"/>
          </a:xfrm>
        </p:spPr>
      </p:pic>
    </p:spTree>
    <p:extLst>
      <p:ext uri="{BB962C8B-B14F-4D97-AF65-F5344CB8AC3E}">
        <p14:creationId xmlns:p14="http://schemas.microsoft.com/office/powerpoint/2010/main" val="2422074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D83D-15E5-3BE1-1575-5223F481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C02B36-D4AC-FD41-6F18-644A772B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036" y="2033135"/>
            <a:ext cx="7586363" cy="4591228"/>
          </a:xfrm>
        </p:spPr>
      </p:pic>
    </p:spTree>
    <p:extLst>
      <p:ext uri="{BB962C8B-B14F-4D97-AF65-F5344CB8AC3E}">
        <p14:creationId xmlns:p14="http://schemas.microsoft.com/office/powerpoint/2010/main" val="417528654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1082</TotalTime>
  <Words>138</Words>
  <Application>Microsoft Office PowerPoint</Application>
  <PresentationFormat>Widescreen</PresentationFormat>
  <Paragraphs>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 Light</vt:lpstr>
      <vt:lpstr>Metropolitan</vt:lpstr>
      <vt:lpstr>Logistic Regression</vt:lpstr>
      <vt:lpstr>What is Logistic Regression? </vt:lpstr>
      <vt:lpstr>Case Study</vt:lpstr>
      <vt:lpstr>Problem Statement of Case Study</vt:lpstr>
      <vt:lpstr>A Linear Model?</vt:lpstr>
      <vt:lpstr>Result of Linear Model </vt:lpstr>
      <vt:lpstr>Interpretation of result</vt:lpstr>
      <vt:lpstr>Problems with the linear Approach</vt:lpstr>
      <vt:lpstr>Linear Model</vt:lpstr>
      <vt:lpstr>Then what is the solution?</vt:lpstr>
      <vt:lpstr>The solution is….</vt:lpstr>
      <vt:lpstr>Fixing the Prior Approach </vt:lpstr>
      <vt:lpstr>Two Steps – Step1</vt:lpstr>
      <vt:lpstr>Step 2</vt:lpstr>
      <vt:lpstr>The estimated Logistic Model</vt:lpstr>
      <vt:lpstr>Logistic Model Plot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Chaturvedi</dc:creator>
  <cp:lastModifiedBy>Nishant Chaturvedi</cp:lastModifiedBy>
  <cp:revision>33</cp:revision>
  <dcterms:created xsi:type="dcterms:W3CDTF">2025-01-02T16:09:10Z</dcterms:created>
  <dcterms:modified xsi:type="dcterms:W3CDTF">2025-06-02T06:12:50Z</dcterms:modified>
</cp:coreProperties>
</file>